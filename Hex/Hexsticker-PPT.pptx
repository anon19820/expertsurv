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Cooney" userId="be70616f08ddf8ef" providerId="LiveId" clId="{3C256D4B-4F89-4B28-91CB-75A9724A085A}"/>
    <pc:docChg chg="custSel modSld">
      <pc:chgData name="Philip Cooney" userId="be70616f08ddf8ef" providerId="LiveId" clId="{3C256D4B-4F89-4B28-91CB-75A9724A085A}" dt="2024-10-28T15:17:37.361" v="1" actId="478"/>
      <pc:docMkLst>
        <pc:docMk/>
      </pc:docMkLst>
      <pc:sldChg chg="delSp mod">
        <pc:chgData name="Philip Cooney" userId="be70616f08ddf8ef" providerId="LiveId" clId="{3C256D4B-4F89-4B28-91CB-75A9724A085A}" dt="2024-10-28T15:17:37.361" v="1" actId="478"/>
        <pc:sldMkLst>
          <pc:docMk/>
          <pc:sldMk cId="554347829" sldId="260"/>
        </pc:sldMkLst>
        <pc:spChg chg="del">
          <ac:chgData name="Philip Cooney" userId="be70616f08ddf8ef" providerId="LiveId" clId="{3C256D4B-4F89-4B28-91CB-75A9724A085A}" dt="2024-10-28T15:17:36.214" v="0" actId="478"/>
          <ac:spMkLst>
            <pc:docMk/>
            <pc:sldMk cId="554347829" sldId="260"/>
            <ac:spMk id="2" creationId="{5641B9F7-E4CD-25FB-AD7B-EA7E4378322A}"/>
          </ac:spMkLst>
        </pc:spChg>
        <pc:spChg chg="del">
          <ac:chgData name="Philip Cooney" userId="be70616f08ddf8ef" providerId="LiveId" clId="{3C256D4B-4F89-4B28-91CB-75A9724A085A}" dt="2024-10-28T15:17:37.361" v="1" actId="478"/>
          <ac:spMkLst>
            <pc:docMk/>
            <pc:sldMk cId="554347829" sldId="260"/>
            <ac:spMk id="3" creationId="{E464804B-96D2-000F-191B-0298E232A3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9343-0A0E-E9FE-7BE4-19770ECFC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CB7DC-6237-B134-9119-35E109B17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1774E-4B8D-5578-04BF-032AAEE8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B2065-4BD7-DB30-8D8B-73641F7B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74A8-FD1C-F13E-A97D-42201939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084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269FC-AEE7-A297-FA19-48E7E54A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3A85E-7C64-C925-7FAB-7C69DEFDC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2691-D518-1AA7-8A1F-1EF69A2B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F0044-A8A8-DF33-0DBA-74F6532B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6CEB-7ABF-CB63-5A52-3DF92B5B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662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8DE0-79FD-3F8A-853A-15764F05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ADA64-5953-548F-B82F-575BC73BB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C13A4-7E9D-06A3-852B-23678F497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097DA-FB9D-98A8-E6ED-67EF0127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92FE-513B-D485-901E-3B7D5334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987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B638-57FA-62F6-FCDB-E3C9F415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C388B-5D44-8AD7-98E2-E112DBB4C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B4A90-E1F7-2D7E-DC17-B2936EA9B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AD9D9-6228-AC28-9828-33561024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7FDDE-3DB7-C42F-E491-3BA879F4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5ED1D-6CC6-BBFD-CAD8-9F85BE7A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466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F24F-C60F-9BBC-D8D9-BCDF598A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FF8B9-A55A-195A-B897-A4C79439C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6BD7-EBD7-2685-F50C-189571155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B3CBE-F17B-A7CC-43EC-EAA1E13A6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35D63-610F-C4ED-E110-A1D875CF5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FFE16-068A-1BEA-10FD-5DC6E67B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81066-18AE-978D-3713-9973E7CA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6EBA-FB6B-C6B8-41E7-4467BC79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68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6D66-2265-47AA-6B6D-FE0D0358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C5D84-C9AD-4BFD-9317-21948208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14B41-C09E-9530-1E98-5B17340B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1BDD8-C9F7-5651-1872-30390263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655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EA0A4-07F6-71EB-C12D-CDB03464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E3708-8D4D-1F9A-99A4-F46349658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F0843-3D98-2734-A29C-009102D4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31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FE1A-42B8-BDC7-3060-CEAFCB92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75C0-268D-009A-7773-AE9059EFB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8AF55-2762-6ED4-3875-FBA42510C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2A01B-A33B-1591-AFA9-7FB3226E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91351-3713-846A-6ED4-371F89CD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3958C-DDBA-D5A1-AC86-B6C2062D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5903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38A0-7A09-093D-B453-49E0F024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223C23-BFB8-5A13-65D1-D7D98F474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DD7E3-ECB8-F21D-FF1C-2030FB199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0290B-66CD-5CD3-06BF-2AD0143C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BBE69-C148-B711-86A0-551F1759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8DF77-CCE9-97DA-D0DF-E5C14B88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28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9598-273F-0A1B-1CA3-2F477B8B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71F32-FC72-DBFF-D054-53121B2B7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AB15A-F4CF-5821-1B13-E0642C5A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B8C05-F317-2954-2A4F-E111E6FF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7E22C-58C3-6501-1615-B0A4612B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7549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35A15-1346-87DF-8ACB-A657601D6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5EE1B-EBB5-780A-12FA-5592641B1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DF7A6-40E9-6AB4-EB1D-D55536C1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3226-4F79-B8CE-7B21-CD13899B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8B94-3418-715D-BFFC-1457317F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663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375A9-C0B6-7C42-15EE-A80E3F40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BC7ED-8C6D-0A4E-1251-8B0F466AE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A322E-0489-0B57-6881-2AD81BD2E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8467E-6998-41E2-A078-42809DD5A6BC}" type="datetimeFigureOut">
              <a:rPr lang="en-IE" smtClean="0"/>
              <a:t>28/10/2024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EBC20-82FE-864A-7446-2FCADEBFE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B4C36-2FEB-F912-E298-3C83842A4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C463B-912A-4E7E-8E10-00B2B76725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032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006F-1239-3364-10D4-55E28C4CA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A93523-A299-B3BB-BB3A-509CF7D607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8693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5B06F58-4D51-8E92-3674-6F942329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39" r="30757" b="21773"/>
          <a:stretch/>
        </p:blipFill>
        <p:spPr>
          <a:xfrm rot="5400000">
            <a:off x="6081142" y="3864498"/>
            <a:ext cx="1210329" cy="9519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23630A-074E-27BC-8B62-3657E37CD3C9}"/>
              </a:ext>
            </a:extLst>
          </p:cNvPr>
          <p:cNvCxnSpPr>
            <a:cxnSpLocks/>
          </p:cNvCxnSpPr>
          <p:nvPr/>
        </p:nvCxnSpPr>
        <p:spPr>
          <a:xfrm>
            <a:off x="3371273" y="2733964"/>
            <a:ext cx="0" cy="218901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E49815-A788-59D9-AD2D-8FC0827C49D2}"/>
              </a:ext>
            </a:extLst>
          </p:cNvPr>
          <p:cNvCxnSpPr>
            <a:cxnSpLocks/>
          </p:cNvCxnSpPr>
          <p:nvPr/>
        </p:nvCxnSpPr>
        <p:spPr>
          <a:xfrm>
            <a:off x="3371273" y="4922982"/>
            <a:ext cx="2846647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35C548-483E-B48E-36C8-28A69440131C}"/>
              </a:ext>
            </a:extLst>
          </p:cNvPr>
          <p:cNvCxnSpPr>
            <a:cxnSpLocks/>
          </p:cNvCxnSpPr>
          <p:nvPr/>
        </p:nvCxnSpPr>
        <p:spPr>
          <a:xfrm>
            <a:off x="3371273" y="2953512"/>
            <a:ext cx="45091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FA0381-FE71-A1F5-AB27-8EA4774BDB6A}"/>
              </a:ext>
            </a:extLst>
          </p:cNvPr>
          <p:cNvCxnSpPr>
            <a:cxnSpLocks/>
          </p:cNvCxnSpPr>
          <p:nvPr/>
        </p:nvCxnSpPr>
        <p:spPr>
          <a:xfrm>
            <a:off x="3810370" y="3334512"/>
            <a:ext cx="45091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950D57-D7A6-51F7-E200-B9EC94BE982A}"/>
              </a:ext>
            </a:extLst>
          </p:cNvPr>
          <p:cNvCxnSpPr>
            <a:cxnSpLocks/>
          </p:cNvCxnSpPr>
          <p:nvPr/>
        </p:nvCxnSpPr>
        <p:spPr>
          <a:xfrm>
            <a:off x="4270433" y="3660648"/>
            <a:ext cx="28327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D69C46-3D90-A4C2-1900-694C3EAE11A7}"/>
              </a:ext>
            </a:extLst>
          </p:cNvPr>
          <p:cNvCxnSpPr>
            <a:cxnSpLocks/>
          </p:cNvCxnSpPr>
          <p:nvPr/>
        </p:nvCxnSpPr>
        <p:spPr>
          <a:xfrm>
            <a:off x="4553712" y="3968496"/>
            <a:ext cx="45091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A3D7F00-EAD7-27D8-6763-6F7CEA3B3A93}"/>
              </a:ext>
            </a:extLst>
          </p:cNvPr>
          <p:cNvCxnSpPr>
            <a:cxnSpLocks/>
          </p:cNvCxnSpPr>
          <p:nvPr/>
        </p:nvCxnSpPr>
        <p:spPr>
          <a:xfrm flipV="1">
            <a:off x="3822192" y="2941320"/>
            <a:ext cx="0" cy="384048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64AA68-F5A8-BB1D-3420-210A64A08D4E}"/>
              </a:ext>
            </a:extLst>
          </p:cNvPr>
          <p:cNvCxnSpPr>
            <a:cxnSpLocks/>
          </p:cNvCxnSpPr>
          <p:nvPr/>
        </p:nvCxnSpPr>
        <p:spPr>
          <a:xfrm flipV="1">
            <a:off x="4276344" y="3331464"/>
            <a:ext cx="0" cy="32918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842F7C-9D4C-781D-7191-608102654552}"/>
              </a:ext>
            </a:extLst>
          </p:cNvPr>
          <p:cNvCxnSpPr>
            <a:cxnSpLocks/>
          </p:cNvCxnSpPr>
          <p:nvPr/>
        </p:nvCxnSpPr>
        <p:spPr>
          <a:xfrm flipV="1">
            <a:off x="4565904" y="3648456"/>
            <a:ext cx="0" cy="329184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865F77-3545-D4E0-753E-8E79E51E08F9}"/>
              </a:ext>
            </a:extLst>
          </p:cNvPr>
          <p:cNvCxnSpPr>
            <a:cxnSpLocks/>
          </p:cNvCxnSpPr>
          <p:nvPr/>
        </p:nvCxnSpPr>
        <p:spPr>
          <a:xfrm flipV="1">
            <a:off x="4992624" y="3965448"/>
            <a:ext cx="0" cy="2286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2086E7-3001-C332-F18E-86CD3BDF0474}"/>
              </a:ext>
            </a:extLst>
          </p:cNvPr>
          <p:cNvCxnSpPr>
            <a:cxnSpLocks/>
          </p:cNvCxnSpPr>
          <p:nvPr/>
        </p:nvCxnSpPr>
        <p:spPr>
          <a:xfrm>
            <a:off x="4989576" y="4194048"/>
            <a:ext cx="450919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24C1A2E-0640-E4CC-4FDD-CA5E41498CEA}"/>
              </a:ext>
            </a:extLst>
          </p:cNvPr>
          <p:cNvSpPr/>
          <p:nvPr/>
        </p:nvSpPr>
        <p:spPr>
          <a:xfrm>
            <a:off x="3392424" y="2953512"/>
            <a:ext cx="4032504" cy="1563624"/>
          </a:xfrm>
          <a:custGeom>
            <a:avLst/>
            <a:gdLst>
              <a:gd name="connsiteX0" fmla="*/ 0 w 4032504"/>
              <a:gd name="connsiteY0" fmla="*/ 0 h 1563624"/>
              <a:gd name="connsiteX1" fmla="*/ 1005840 w 4032504"/>
              <a:gd name="connsiteY1" fmla="*/ 749808 h 1563624"/>
              <a:gd name="connsiteX2" fmla="*/ 2121408 w 4032504"/>
              <a:gd name="connsiteY2" fmla="*/ 1234440 h 1563624"/>
              <a:gd name="connsiteX3" fmla="*/ 4032504 w 4032504"/>
              <a:gd name="connsiteY3" fmla="*/ 1563624 h 1563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2504" h="1563624">
                <a:moveTo>
                  <a:pt x="0" y="0"/>
                </a:moveTo>
                <a:cubicBezTo>
                  <a:pt x="326136" y="272034"/>
                  <a:pt x="652272" y="544068"/>
                  <a:pt x="1005840" y="749808"/>
                </a:cubicBezTo>
                <a:cubicBezTo>
                  <a:pt x="1359408" y="955548"/>
                  <a:pt x="1616964" y="1098804"/>
                  <a:pt x="2121408" y="1234440"/>
                </a:cubicBezTo>
                <a:cubicBezTo>
                  <a:pt x="2625852" y="1370076"/>
                  <a:pt x="3329178" y="1466850"/>
                  <a:pt x="4032504" y="1563624"/>
                </a:cubicBezTo>
              </a:path>
            </a:pathLst>
          </a:cu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0355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DF96C3F-9469-1D5C-AFF2-F027CCE945C9}"/>
              </a:ext>
            </a:extLst>
          </p:cNvPr>
          <p:cNvSpPr/>
          <p:nvPr/>
        </p:nvSpPr>
        <p:spPr>
          <a:xfrm>
            <a:off x="612648" y="18288"/>
            <a:ext cx="10963656" cy="4343400"/>
          </a:xfrm>
          <a:custGeom>
            <a:avLst/>
            <a:gdLst>
              <a:gd name="connsiteX0" fmla="*/ 0 w 10963656"/>
              <a:gd name="connsiteY0" fmla="*/ 4325112 h 4343400"/>
              <a:gd name="connsiteX1" fmla="*/ 3657600 w 10963656"/>
              <a:gd name="connsiteY1" fmla="*/ 3419856 h 4343400"/>
              <a:gd name="connsiteX2" fmla="*/ 5477256 w 10963656"/>
              <a:gd name="connsiteY2" fmla="*/ 0 h 4343400"/>
              <a:gd name="connsiteX3" fmla="*/ 7324344 w 10963656"/>
              <a:gd name="connsiteY3" fmla="*/ 3419856 h 4343400"/>
              <a:gd name="connsiteX4" fmla="*/ 10963656 w 10963656"/>
              <a:gd name="connsiteY4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63656" h="4343400">
                <a:moveTo>
                  <a:pt x="0" y="4325112"/>
                </a:moveTo>
                <a:cubicBezTo>
                  <a:pt x="1372362" y="4232910"/>
                  <a:pt x="2744724" y="4140708"/>
                  <a:pt x="3657600" y="3419856"/>
                </a:cubicBezTo>
                <a:cubicBezTo>
                  <a:pt x="4570476" y="2699004"/>
                  <a:pt x="4866132" y="0"/>
                  <a:pt x="5477256" y="0"/>
                </a:cubicBezTo>
                <a:cubicBezTo>
                  <a:pt x="6088380" y="0"/>
                  <a:pt x="6409944" y="2695956"/>
                  <a:pt x="7324344" y="3419856"/>
                </a:cubicBezTo>
                <a:cubicBezTo>
                  <a:pt x="8238744" y="4143756"/>
                  <a:pt x="10514076" y="4006596"/>
                  <a:pt x="10963656" y="4343400"/>
                </a:cubicBezTo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7686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57C0E-E75D-1796-A4C1-6E1A4BED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B5DFC6-00A7-97C0-1812-2EE35BA6F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773"/>
          <a:stretch/>
        </p:blipFill>
        <p:spPr>
          <a:xfrm>
            <a:off x="606076" y="0"/>
            <a:ext cx="1097984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5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4A8EEBD1-D26C-9E69-AF70-6AAF6FAF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825" y="1293655"/>
            <a:ext cx="7728987" cy="419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47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Pagano Colato, G. (Giovanna)</dc:creator>
  <cp:lastModifiedBy>Philip Cooney</cp:lastModifiedBy>
  <cp:revision>1</cp:revision>
  <dcterms:created xsi:type="dcterms:W3CDTF">2024-10-28T15:01:54Z</dcterms:created>
  <dcterms:modified xsi:type="dcterms:W3CDTF">2024-10-28T15:17:38Z</dcterms:modified>
</cp:coreProperties>
</file>