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9DFC9"/>
    <a:srgbClr val="FFF3FF"/>
    <a:srgbClr val="FCCB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766"/>
    <p:restoredTop sz="94643"/>
  </p:normalViewPr>
  <p:slideViewPr>
    <p:cSldViewPr snapToGrid="0" snapToObjects="1">
      <p:cViewPr varScale="1">
        <p:scale>
          <a:sx n="105" d="100"/>
          <a:sy n="105" d="100"/>
        </p:scale>
        <p:origin x="1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5B781-0ED2-4345-BEFE-C181358C15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A7811A-B747-FF4C-A0A5-B655595BF9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5730D7-ED37-2745-A414-000728F86B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7341E-E8D5-574D-9C77-42D65F8270B5}" type="datetimeFigureOut">
              <a:rPr lang="en-US" smtClean="0"/>
              <a:t>10/28/2024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53BAF1-1BA7-944F-AB27-F7194C12D3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A9E3F5-CF05-654C-936A-B7EE11DA8A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C6DE6-5218-C348-8280-1DEE0D28F0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140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B252D0-3979-9941-A24A-B32CDCD29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575386-0B34-114D-B7D2-4CA4AA64F4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8E3E58-A6D9-C146-946B-E93AB4452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7341E-E8D5-574D-9C77-42D65F8270B5}" type="datetimeFigureOut">
              <a:rPr lang="en-US" smtClean="0"/>
              <a:t>10/28/2024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A24DF6-D3EE-A844-AD76-A2EEDDE60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74E1A7-FB26-CE48-989A-C30683B97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C6DE6-5218-C348-8280-1DEE0D28F0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3461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4FCB8F-73FF-974D-8519-48E78B487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FBFA36-CA5D-F541-AD70-B6DC115D3F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185B00-E2D9-064F-8127-9EE35838BC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7341E-E8D5-574D-9C77-42D65F8270B5}" type="datetimeFigureOut">
              <a:rPr lang="en-US" smtClean="0"/>
              <a:t>10/28/2024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94C603-909E-7C47-9DBF-D4A20FC4CD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CA6C3D-1939-0B47-A115-960DD2021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C6DE6-5218-C348-8280-1DEE0D28F0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945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783F0-B7B1-7E4E-93F3-788F129567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1D3E8E-4619-6845-9A51-255FAD51CC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196A7C-70A8-3840-A879-062C27C1DA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3D0C60-C8B3-6A44-BB80-C7D8E17803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7341E-E8D5-574D-9C77-42D65F8270B5}" type="datetimeFigureOut">
              <a:rPr lang="en-US" smtClean="0"/>
              <a:t>10/28/2024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F2FDCE-08C4-7649-9A2A-E62A41985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64D137-62F8-D44F-91EE-3CB3A75CC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C6DE6-5218-C348-8280-1DEE0D28F0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1101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66EB72-06DB-6046-B279-6BC6F53D9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016984-B8B7-7046-8650-29AA9C543A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2805C1-129F-5746-BFEA-2011D3D16C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C972A5-364D-9049-891E-A481DA3FAF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0CD5873-EEA6-F449-A699-ACC03E81C3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405FE68-6557-E74C-A268-579F5637B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7341E-E8D5-574D-9C77-42D65F8270B5}" type="datetimeFigureOut">
              <a:rPr lang="en-US" smtClean="0"/>
              <a:t>10/28/2024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D19859B-8414-6048-ACCF-879CD3BC1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24EB1D0-65F5-6E44-9DC7-A04CCB0817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C6DE6-5218-C348-8280-1DEE0D28F0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5599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00DC1-2EA7-2243-8A36-D3A7356E56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3789F8C-AAB9-324B-924A-E9088E0D60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7341E-E8D5-574D-9C77-42D65F8270B5}" type="datetimeFigureOut">
              <a:rPr lang="en-US" smtClean="0"/>
              <a:t>10/28/2024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1EE56D-0597-6140-8485-B89DE77DD9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2FA879-016C-5840-9C5B-226E715F8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C6DE6-5218-C348-8280-1DEE0D28F0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2113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A49A32-0A8D-5B4C-AAF9-4791D13641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7341E-E8D5-574D-9C77-42D65F8270B5}" type="datetimeFigureOut">
              <a:rPr lang="en-US" smtClean="0"/>
              <a:t>10/28/2024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41DA65-E1E3-0A48-81F1-4D2A970CA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765A6A-9B42-364C-ADBE-232DF5B29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C6DE6-5218-C348-8280-1DEE0D28F0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7278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E046F-2C14-A447-A8BC-C20475A665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423171-0BA3-D64A-A529-A47F0CF086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EE36D6-9991-AD46-B781-0E908AA9DD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00E6AE-61BF-B240-AA3D-CE90B0EE3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7341E-E8D5-574D-9C77-42D65F8270B5}" type="datetimeFigureOut">
              <a:rPr lang="en-US" smtClean="0"/>
              <a:t>10/28/2024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A25338-DF6F-404E-A6A3-568B08D167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65D1D5-BF02-8D4F-A954-56B16E199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C6DE6-5218-C348-8280-1DEE0D28F0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5329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D4BD4-7B32-F742-A259-E8C97224AF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D3050B1-79EE-D040-9FF4-E44D7D6E51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E8C28C-70A4-8845-A22B-7A2869E35B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6DCAA9-6067-0443-8DF6-7AAABFB42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7341E-E8D5-574D-9C77-42D65F8270B5}" type="datetimeFigureOut">
              <a:rPr lang="en-US" smtClean="0"/>
              <a:t>10/28/2024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8897E8-74FC-C147-BCA2-7A3B997D4D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CB87A6-A673-B048-8385-BB971B44EC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C6DE6-5218-C348-8280-1DEE0D28F0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001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3E01EE-2899-C443-980A-1047A7400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1DC479-6635-AD4F-BD2E-650AA7769D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94F340-2143-9941-9C0D-1D96B828F5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7341E-E8D5-574D-9C77-42D65F8270B5}" type="datetimeFigureOut">
              <a:rPr lang="en-US" smtClean="0"/>
              <a:t>10/28/2024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A67849-8B5B-094D-97E6-E40CACA451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9CEA23-0777-2341-9E8E-E6C1B5BA2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C6DE6-5218-C348-8280-1DEE0D28F0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3731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F47C28C-88BB-2F49-A9CA-17AC966259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FADA55-430D-1A4D-AC93-0F2A21D74C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93A920-FD37-D746-9B26-EAAB13AA5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7341E-E8D5-574D-9C77-42D65F8270B5}" type="datetimeFigureOut">
              <a:rPr lang="en-US" smtClean="0"/>
              <a:t>10/28/2024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AAA70D-0969-BD4C-8BAB-89A0AD80C4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65BB90-1FAB-E647-BD12-D3D516279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C6DE6-5218-C348-8280-1DEE0D28F0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3751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9B295B0-1D88-9647-A42E-3C99134042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1B56D7-1EC1-A34F-B8A3-6580D0321B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FFB18E-4932-ED40-8EDD-A7A4ADA270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A7341E-E8D5-574D-9C77-42D65F8270B5}" type="datetimeFigureOut">
              <a:rPr lang="en-US" smtClean="0"/>
              <a:t>10/28/2024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0404A4-9777-484C-9646-FA1FA153E3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B8C862-D871-BB43-81F2-808EB0347F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1C6DE6-5218-C348-8280-1DEE0D28F0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3814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1722F226-1869-8E41-815F-BB265B7B6D53}"/>
              </a:ext>
            </a:extLst>
          </p:cNvPr>
          <p:cNvGrpSpPr/>
          <p:nvPr/>
        </p:nvGrpSpPr>
        <p:grpSpPr>
          <a:xfrm>
            <a:off x="-174735" y="302254"/>
            <a:ext cx="3930285" cy="3051438"/>
            <a:chOff x="1105853" y="3112532"/>
            <a:chExt cx="3930285" cy="3051438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650D1902-47FF-2242-B336-0D2052D3BE04}"/>
                </a:ext>
              </a:extLst>
            </p:cNvPr>
            <p:cNvGrpSpPr/>
            <p:nvPr/>
          </p:nvGrpSpPr>
          <p:grpSpPr>
            <a:xfrm>
              <a:off x="1105853" y="3112532"/>
              <a:ext cx="3930285" cy="3051438"/>
              <a:chOff x="1437530" y="3233922"/>
              <a:chExt cx="3930285" cy="3051438"/>
            </a:xfrm>
          </p:grpSpPr>
          <p:sp>
            <p:nvSpPr>
              <p:cNvPr id="9" name="Hexagon 8">
                <a:extLst>
                  <a:ext uri="{FF2B5EF4-FFF2-40B4-BE49-F238E27FC236}">
                    <a16:creationId xmlns:a16="http://schemas.microsoft.com/office/drawing/2014/main" id="{31B49C59-83FA-844A-B1DE-60C8F25E914E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800000">
                <a:off x="2099615" y="3605880"/>
                <a:ext cx="2611301" cy="2273022"/>
              </a:xfrm>
              <a:prstGeom prst="hexagon">
                <a:avLst>
                  <a:gd name="adj" fmla="val 28372"/>
                  <a:gd name="vf" fmla="val 115470"/>
                </a:avLst>
              </a:prstGeom>
              <a:solidFill>
                <a:schemeClr val="accent4">
                  <a:lumMod val="20000"/>
                  <a:lumOff val="80000"/>
                </a:schemeClr>
              </a:solidFill>
              <a:ln w="698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BE895F9-9D5A-1B4D-A720-19BE2B31C910}"/>
                  </a:ext>
                </a:extLst>
              </p:cNvPr>
              <p:cNvSpPr txBox="1"/>
              <p:nvPr/>
            </p:nvSpPr>
            <p:spPr>
              <a:xfrm rot="19733941">
                <a:off x="2136302" y="3528240"/>
                <a:ext cx="2211213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50" b="1" dirty="0">
                    <a:latin typeface="Fira Sans" panose="020B0503050000020004" pitchFamily="34" charset="0"/>
                  </a:rPr>
                  <a:t>shinycustomloader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0FD5C7F-AC07-AC4E-8B7F-CFBADFDD503C}"/>
                  </a:ext>
                </a:extLst>
              </p:cNvPr>
              <p:cNvSpPr txBox="1"/>
              <p:nvPr/>
            </p:nvSpPr>
            <p:spPr>
              <a:xfrm rot="1826693">
                <a:off x="3156602" y="3970980"/>
                <a:ext cx="2211213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50" b="1" dirty="0">
                    <a:latin typeface="Fira Sans" panose="020B0503050000020004" pitchFamily="34" charset="0"/>
                  </a:rPr>
                  <a:t>shinycustomloader</a:t>
                </a:r>
              </a:p>
            </p:txBody>
          </p:sp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65E255F4-C803-AC47-B6FE-468BA3BD9E6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718080" y="4084733"/>
                <a:ext cx="1344659" cy="1344659"/>
              </a:xfrm>
              <a:prstGeom prst="rect">
                <a:avLst/>
              </a:prstGeom>
            </p:spPr>
          </p:pic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D5CA8DE-3840-BA48-A3BE-A18C846ABAB0}"/>
                  </a:ext>
                </a:extLst>
              </p:cNvPr>
              <p:cNvSpPr txBox="1"/>
              <p:nvPr/>
            </p:nvSpPr>
            <p:spPr>
              <a:xfrm rot="5400000">
                <a:off x="3329321" y="5048949"/>
                <a:ext cx="2211213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50" b="1" dirty="0">
                    <a:latin typeface="Fira Sans" panose="020B0503050000020004" pitchFamily="34" charset="0"/>
                  </a:rPr>
                  <a:t>shinycustomloader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5B1EBAC-B4A7-3D4F-998E-C7AB7F5FC136}"/>
                  </a:ext>
                </a:extLst>
              </p:cNvPr>
              <p:cNvSpPr txBox="1"/>
              <p:nvPr/>
            </p:nvSpPr>
            <p:spPr>
              <a:xfrm rot="8885002">
                <a:off x="2440645" y="5741687"/>
                <a:ext cx="2211213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50" b="1" dirty="0">
                    <a:latin typeface="Fira Sans" panose="020B0503050000020004" pitchFamily="34" charset="0"/>
                  </a:rPr>
                  <a:t>shinycustomloader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F786012-11EC-C341-BE9C-7916974631F6}"/>
                  </a:ext>
                </a:extLst>
              </p:cNvPr>
              <p:cNvSpPr txBox="1"/>
              <p:nvPr/>
            </p:nvSpPr>
            <p:spPr>
              <a:xfrm rot="12668743">
                <a:off x="1437530" y="5287716"/>
                <a:ext cx="2211213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50" b="1" dirty="0">
                    <a:latin typeface="Fira Sans" panose="020B0503050000020004" pitchFamily="34" charset="0"/>
                  </a:rPr>
                  <a:t>shinycustomloader</a:t>
                </a: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DF6217C-375B-8941-88DC-8CA681893C89}"/>
                  </a:ext>
                </a:extLst>
              </p:cNvPr>
              <p:cNvSpPr txBox="1"/>
              <p:nvPr/>
            </p:nvSpPr>
            <p:spPr>
              <a:xfrm rot="16200000">
                <a:off x="1272938" y="4208724"/>
                <a:ext cx="2211213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50" b="1" dirty="0">
                    <a:latin typeface="Fira Sans" panose="020B0503050000020004" pitchFamily="34" charset="0"/>
                  </a:rPr>
                  <a:t>shinycustomloader</a:t>
                </a:r>
              </a:p>
            </p:txBody>
          </p:sp>
        </p:grp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A78A26EA-7943-3C4F-8756-B90456BD70B0}"/>
                </a:ext>
              </a:extLst>
            </p:cNvPr>
            <p:cNvSpPr/>
            <p:nvPr/>
          </p:nvSpPr>
          <p:spPr>
            <a:xfrm>
              <a:off x="2378378" y="3907783"/>
              <a:ext cx="1356773" cy="187955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>
              <a:prstTxWarp prst="textArchUp">
                <a:avLst/>
              </a:prstTxWarp>
              <a:spAutoFit/>
            </a:bodyPr>
            <a:lstStyle/>
            <a:p>
              <a:pPr algn="ctr"/>
              <a:r>
                <a:rPr lang="en-US" sz="3200" b="1" dirty="0">
                  <a:ln w="12700">
                    <a:solidFill>
                      <a:schemeClr val="accent2"/>
                    </a:solidFill>
                    <a:prstDash val="solid"/>
                  </a:ln>
                  <a:solidFill>
                    <a:schemeClr val="accent2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</a:rPr>
                <a:t>shinycustomloader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9EE62A03-0923-D148-96E5-750FD63540D7}"/>
              </a:ext>
            </a:extLst>
          </p:cNvPr>
          <p:cNvGrpSpPr/>
          <p:nvPr/>
        </p:nvGrpSpPr>
        <p:grpSpPr>
          <a:xfrm>
            <a:off x="521671" y="3636371"/>
            <a:ext cx="2721600" cy="2369033"/>
            <a:chOff x="4449163" y="1581680"/>
            <a:chExt cx="2721600" cy="2369033"/>
          </a:xfrm>
        </p:grpSpPr>
        <p:sp>
          <p:nvSpPr>
            <p:cNvPr id="34" name="Hexagon 33">
              <a:extLst>
                <a:ext uri="{FF2B5EF4-FFF2-40B4-BE49-F238E27FC236}">
                  <a16:creationId xmlns:a16="http://schemas.microsoft.com/office/drawing/2014/main" id="{249726FC-7986-8A4B-866D-A442DA5692AA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4449163" y="1581680"/>
              <a:ext cx="2721600" cy="2369033"/>
            </a:xfrm>
            <a:prstGeom prst="hexagon">
              <a:avLst>
                <a:gd name="adj" fmla="val 28372"/>
                <a:gd name="vf" fmla="val 115470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698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4611CDD7-ACB9-654D-9504-8BB131BBE37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159692" y="2133323"/>
              <a:ext cx="1344659" cy="1344659"/>
            </a:xfrm>
            <a:prstGeom prst="rect">
              <a:avLst/>
            </a:prstGeom>
          </p:spPr>
        </p:pic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90AC14C0-08F9-884D-8462-A12F37203523}"/>
                </a:ext>
              </a:extLst>
            </p:cNvPr>
            <p:cNvSpPr/>
            <p:nvPr/>
          </p:nvSpPr>
          <p:spPr>
            <a:xfrm rot="179386">
              <a:off x="4953805" y="1944363"/>
              <a:ext cx="1708855" cy="198025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>
              <a:prstTxWarp prst="textArchUp">
                <a:avLst/>
              </a:prstTxWarp>
              <a:spAutoFit/>
            </a:bodyPr>
            <a:lstStyle/>
            <a:p>
              <a:pPr algn="ctr"/>
              <a:r>
                <a:rPr lang="en-US" sz="6600" b="1" dirty="0">
                  <a:ln w="12700">
                    <a:solidFill>
                      <a:schemeClr val="accent2"/>
                    </a:solidFill>
                    <a:prstDash val="solid"/>
                  </a:ln>
                  <a:solidFill>
                    <a:schemeClr val="accent2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</a:rPr>
                <a:t>shinycustomloader</a:t>
              </a:r>
            </a:p>
          </p:txBody>
        </p:sp>
      </p:grpSp>
      <p:sp>
        <p:nvSpPr>
          <p:cNvPr id="36" name="Hexagon 35">
            <a:extLst>
              <a:ext uri="{FF2B5EF4-FFF2-40B4-BE49-F238E27FC236}">
                <a16:creationId xmlns:a16="http://schemas.microsoft.com/office/drawing/2014/main" id="{90E46B38-1301-774F-8904-FFF8966BD8C2}"/>
              </a:ext>
            </a:extLst>
          </p:cNvPr>
          <p:cNvSpPr>
            <a:spLocks noChangeAspect="1"/>
          </p:cNvSpPr>
          <p:nvPr/>
        </p:nvSpPr>
        <p:spPr>
          <a:xfrm rot="1800000">
            <a:off x="4690206" y="891144"/>
            <a:ext cx="2721600" cy="2369033"/>
          </a:xfrm>
          <a:prstGeom prst="hexagon">
            <a:avLst>
              <a:gd name="adj" fmla="val 28372"/>
              <a:gd name="vf" fmla="val 115470"/>
            </a:avLst>
          </a:prstGeom>
          <a:solidFill>
            <a:schemeClr val="accent1"/>
          </a:solidFill>
          <a:ln w="698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0226189-5293-0C4D-AC40-8A0088908C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2363" y="856977"/>
            <a:ext cx="2438400" cy="28067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13D18A4-2723-5440-B693-04856A527B7F}"/>
              </a:ext>
            </a:extLst>
          </p:cNvPr>
          <p:cNvSpPr txBox="1"/>
          <p:nvPr/>
        </p:nvSpPr>
        <p:spPr>
          <a:xfrm>
            <a:off x="7747960" y="3900088"/>
            <a:ext cx="26672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http://</a:t>
            </a:r>
            <a:r>
              <a:rPr lang="en-US" dirty="0" err="1"/>
              <a:t>hexb.in</a:t>
            </a:r>
            <a:r>
              <a:rPr lang="en-US" dirty="0"/>
              <a:t>/</a:t>
            </a:r>
            <a:r>
              <a:rPr lang="en-US" dirty="0" err="1"/>
              <a:t>sticker.html</a:t>
            </a:r>
            <a:endParaRPr lang="en-US" dirty="0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4A8EEBD1-D26C-9E69-AF70-6AAF6FAF3C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1315" y="1579699"/>
            <a:ext cx="2060042" cy="1117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4130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AD2882-7619-90B8-E0BE-CFC2C74DF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Hexagon 35">
            <a:extLst>
              <a:ext uri="{FF2B5EF4-FFF2-40B4-BE49-F238E27FC236}">
                <a16:creationId xmlns:a16="http://schemas.microsoft.com/office/drawing/2014/main" id="{106BF9A6-64FD-4ED4-2533-171E632E6244}"/>
              </a:ext>
            </a:extLst>
          </p:cNvPr>
          <p:cNvSpPr>
            <a:spLocks noChangeAspect="1"/>
          </p:cNvSpPr>
          <p:nvPr/>
        </p:nvSpPr>
        <p:spPr>
          <a:xfrm rot="1800000">
            <a:off x="4301049" y="1787254"/>
            <a:ext cx="2721600" cy="2369033"/>
          </a:xfrm>
          <a:prstGeom prst="hexagon">
            <a:avLst>
              <a:gd name="adj" fmla="val 28372"/>
              <a:gd name="vf" fmla="val 115470"/>
            </a:avLst>
          </a:prstGeom>
          <a:solidFill>
            <a:schemeClr val="accent5">
              <a:lumMod val="75000"/>
            </a:schemeClr>
          </a:solidFill>
          <a:ln w="698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5E2F631E-0E00-C246-956D-CADCDFEFAA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1547" y="2475810"/>
            <a:ext cx="2060042" cy="111778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573A963-1C52-2CEA-79AD-E602CD83AA67}"/>
              </a:ext>
            </a:extLst>
          </p:cNvPr>
          <p:cNvSpPr txBox="1"/>
          <p:nvPr/>
        </p:nvSpPr>
        <p:spPr>
          <a:xfrm>
            <a:off x="4724215" y="2069693"/>
            <a:ext cx="18752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err="1">
                <a:solidFill>
                  <a:schemeClr val="bg1"/>
                </a:solidFill>
              </a:rPr>
              <a:t>expertsurv</a:t>
            </a:r>
            <a:endParaRPr lang="en-IE" sz="2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05364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724</TotalTime>
  <Words>18</Words>
  <Application>Microsoft Office PowerPoint</Application>
  <PresentationFormat>Widescreen</PresentationFormat>
  <Paragraphs>10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Fira Sans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Emi Tanaka</dc:creator>
  <cp:lastModifiedBy>Philip Cooney</cp:lastModifiedBy>
  <cp:revision>16</cp:revision>
  <dcterms:created xsi:type="dcterms:W3CDTF">2018-03-31T22:20:45Z</dcterms:created>
  <dcterms:modified xsi:type="dcterms:W3CDTF">2024-10-28T15:30:37Z</dcterms:modified>
</cp:coreProperties>
</file>